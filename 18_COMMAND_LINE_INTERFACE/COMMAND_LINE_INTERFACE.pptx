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https://github.com/alexdisdier/react-real-estate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anticloud-react-real-estate</a:t>
            </a:r>
          </a:p>
          <a:p>
            <a:r>
              <a:rPr sz="1400"/>
              <a:t>anticloud-react-real-estate --offline --pax-local</a:t>
            </a:r>
          </a:p>
          <a:p>
            <a:r>
              <a:rPr sz="1400"/>
              <a:t>anticloud-react-real-estate --aioss-log ./ledger.jsonl</a:t>
            </a:r>
          </a:p>
          <a:p>
            <a:r>
              <a:rPr sz="1400"/>
              <a:t>./react_real_estate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