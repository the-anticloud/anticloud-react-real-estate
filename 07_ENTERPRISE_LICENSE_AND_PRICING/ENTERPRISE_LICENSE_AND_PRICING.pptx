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REACT_REAL_ESTATE | Category: REAL_ESTATE</a:t>
            </a:r>
          </a:p>
          <a:p>
            <a:r>
              <a:rPr sz="1400"/>
              <a:t>Upstream: https://github.com/alexdisdier/react-real-estate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REACT_REAL_ESTATE.</a:t>
            </a:r>
          </a:p>
          <a:p>
            <a:r>
              <a:rPr sz="1400"/>
              <a:t>React property listing UI with filters and maps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REACT_REAL_ESTATE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